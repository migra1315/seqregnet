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sldIdLst>
    <p:sldId id="283" r:id="rId2"/>
    <p:sldId id="273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174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6" d="100"/>
          <a:sy n="66" d="100"/>
        </p:scale>
        <p:origin x="66" y="342"/>
      </p:cViewPr>
      <p:guideLst>
        <p:guide orient="horz" pos="232"/>
        <p:guide pos="347"/>
        <p:guide pos="7174"/>
        <p:guide orient="horz" pos="4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887C5-8D4A-46F4-8539-665F543E1ED7}" type="datetimeFigureOut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C72A6-F5B8-4E23-8EE2-AE00CCDE8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95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B188AF-BFCB-42A7-A137-BB6547E88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692A58-D727-4B42-94BC-B9AA849A6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D55E8-F717-47FB-AA55-58ED438C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05E0-438B-49CA-8DC3-41E73E60F00F}" type="datetime1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228BA4-572E-457A-B6A7-00D1042F6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D1D31F-8380-41BD-BE0D-AB8BE7A98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AEFD-82BF-4BD3-A80E-33B07F9C30A6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508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414BB-3A5B-4FF9-9BDB-6A8BEB47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075122-C972-4ACF-885B-7BC834ADD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70B312-CB01-4124-B347-8FD468FA3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693B-6D1D-4310-91CC-94C7186A6704}" type="datetime1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655261-048B-474B-A8F3-8EF9303D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46891E-F87C-44F0-8AA5-2F5BC325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AEFD-82BF-4BD3-A80E-33B07F9C30A6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250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82EA0-9EB9-4583-BA38-30CE73742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FE0666-481D-4F1F-A0D0-FAF0BC8C5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36DBA5-64E8-4EA2-8AD1-460CA4F4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B4BBF-EB76-42C7-BDC4-6A1E28181521}" type="datetime1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C47E9B-5073-4F4D-880E-2BEA337BA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95623B-A1D4-46BF-9615-3E28E390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AEFD-82BF-4BD3-A80E-33B07F9C3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403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B3FD4-32B8-42D9-9C5E-55843AAAD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E13B03-44B8-4241-B499-74EECA4DBA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424525-E4E2-407A-9D2A-79B4EE1B0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051B24-04B1-47D5-8E47-0E27CD8C2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270F-D08D-43CC-8910-E1E01E87C169}" type="datetime1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971DC0-C175-449B-B406-97BC06DD8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AAF3BC-8650-4375-96CF-027E514B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AEFD-82BF-4BD3-A80E-33B07F9C3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43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244E5-91C7-4344-8857-A66008204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B47971-03FF-4C30-BB37-C8AC5C170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28081E-C2B2-4AAB-AD1B-27395858F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DB2F29-C73C-4BFC-BF46-9916987DD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867B668-69D6-4737-AC13-CDB244AEC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E1F830-98A0-4A5D-9904-004CB3B7C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305F1-E8D0-489F-A0DA-63D60F66A513}" type="datetime1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1C590B-22E4-42F5-8578-57C513296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D25B79-23B1-4236-A07F-6F867F1D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AEFD-82BF-4BD3-A80E-33B07F9C3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802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FF0F3-1AA8-461E-BB35-6E64165DB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DCA150-C86D-432C-BED8-40DD8B65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F414-5D3F-4607-85E5-2FF294F415ED}" type="datetime1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B3FBCE-D5F7-4B15-BBDD-4A342DED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49A40B-A6A1-4893-A1EC-02299A06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AEFD-82BF-4BD3-A80E-33B07F9C3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32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E4CFAF-B522-454F-8DBD-E9CBF32A7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B5AF-E200-424E-9888-A3696E65F865}" type="datetime1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7BDE42-F353-4DCF-B93C-7604271F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F8C604-B036-4807-9161-BF930EF3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AEFD-82BF-4BD3-A80E-33B07F9C3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78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FB1A1-C93E-4F66-A9F3-103B50836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20C0E-5888-4425-BB64-6DF817DA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EF346E-3632-4341-A738-D51DA1E8C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438EFF-90F6-47CB-B952-760C71F2B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E5AC-51A1-4299-83C7-0C1F61F6FE58}" type="datetime1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F14D88-4513-436B-8010-03476DD8B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F2FFA1-2CE3-45DB-B956-30EC0952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AEFD-82BF-4BD3-A80E-33B07F9C3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431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004CE-DE33-4C9C-92E1-985B13939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5EF6DA7-C07C-4812-A332-6E22212C0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B0AA26-356E-41A4-8291-043DA5A0A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AD7630-533C-430D-A9FC-04551152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45E46-4695-4B8B-A555-DAB95F1003E6}" type="datetime1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2064A8-B1C3-4F70-865A-0375B07F5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75468D-9CB5-49CE-8EFA-6D9DF912B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AEFD-82BF-4BD3-A80E-33B07F9C3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08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2B77EF-5957-44F5-8E3D-B2CE26584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01BF0C-A149-42AC-9D70-8B53112A6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CD2CF-827B-433C-9685-7109A00C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F5EFD-F154-4C91-B89B-8447AE5E178C}" type="datetime1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1A9BBE-261F-4699-8C6F-26723DFA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23BF7C-6BDA-41E7-A9EF-F8DF4354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AEFD-82BF-4BD3-A80E-33B07F9C3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080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5AD32A-5770-4915-B4E9-F25DEA7C2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244C35-DC47-4DBA-84B0-ABBA94EFD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85B442-1DE1-40E2-81CF-D1672D60C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CE78-7E12-4AFC-A4B9-D64B07863161}" type="datetime1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D1C90-EDFC-45BB-AF4A-FE40E186A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38C674-B2EC-4050-8D96-04E3BB0DD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AEFD-82BF-4BD3-A80E-33B07F9C3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254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CF5D13-2DC1-4A1F-86B4-49B3977A7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F5D1A5-DC88-4F7C-96A5-E66E94FB0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4F53B6-C6AF-4D6F-A4C8-8D5548BE7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B27D2-F1D3-4E09-BA02-D309DD070CF9}" type="datetime1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451EE9-1E72-47B9-90C7-36A75C329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FF844C-68CF-4080-BE22-B00AB0645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AEFD-82BF-4BD3-A80E-33B07F9C3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667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0.png"/><Relationship Id="rId7" Type="http://schemas.openxmlformats.org/officeDocument/2006/relationships/image" Target="../media/image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F8D3D0F-8DB6-4188-836B-1ADC6A50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AEFD-82BF-4BD3-A80E-33B07F9C30A6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380BA3-ADB3-4CBA-BAE0-A706F5B7D05F}"/>
              </a:ext>
            </a:extLst>
          </p:cNvPr>
          <p:cNvSpPr/>
          <p:nvPr/>
        </p:nvSpPr>
        <p:spPr>
          <a:xfrm>
            <a:off x="1514452" y="1994546"/>
            <a:ext cx="336046" cy="336046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6CDEA69-AB7B-4490-B66A-B7839AA2CB82}"/>
              </a:ext>
            </a:extLst>
          </p:cNvPr>
          <p:cNvSpPr/>
          <p:nvPr/>
        </p:nvSpPr>
        <p:spPr>
          <a:xfrm>
            <a:off x="1575430" y="2058547"/>
            <a:ext cx="336046" cy="336046"/>
          </a:xfrm>
          <a:prstGeom prst="rect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09AC3B4-AB4E-4267-8DDF-E07C97008074}"/>
              </a:ext>
            </a:extLst>
          </p:cNvPr>
          <p:cNvSpPr/>
          <p:nvPr/>
        </p:nvSpPr>
        <p:spPr>
          <a:xfrm>
            <a:off x="1654701" y="2147152"/>
            <a:ext cx="336046" cy="33604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23C4574-3436-421E-9CE7-850D1D42198F}"/>
              </a:ext>
            </a:extLst>
          </p:cNvPr>
          <p:cNvSpPr txBox="1"/>
          <p:nvPr/>
        </p:nvSpPr>
        <p:spPr>
          <a:xfrm>
            <a:off x="824861" y="2028127"/>
            <a:ext cx="749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Input</a:t>
            </a:r>
            <a:endParaRPr lang="zh-CN" altLang="en-US" sz="1400" dirty="0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BAD1C5A0-B489-405D-84E8-A98B350716EB}"/>
              </a:ext>
            </a:extLst>
          </p:cNvPr>
          <p:cNvGrpSpPr/>
          <p:nvPr/>
        </p:nvGrpSpPr>
        <p:grpSpPr>
          <a:xfrm>
            <a:off x="7559880" y="4760760"/>
            <a:ext cx="3872978" cy="965441"/>
            <a:chOff x="7559880" y="4760760"/>
            <a:chExt cx="3872978" cy="965441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4E8FA07B-0F46-4228-AF83-BC7F53C9F608}"/>
                </a:ext>
              </a:extLst>
            </p:cNvPr>
            <p:cNvGrpSpPr/>
            <p:nvPr/>
          </p:nvGrpSpPr>
          <p:grpSpPr>
            <a:xfrm>
              <a:off x="8919952" y="4760760"/>
              <a:ext cx="2512906" cy="965441"/>
              <a:chOff x="7246641" y="3932410"/>
              <a:chExt cx="2512906" cy="965441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F832FA0F-7C28-466D-8A43-1A5412C2DD98}"/>
                  </a:ext>
                </a:extLst>
              </p:cNvPr>
              <p:cNvSpPr/>
              <p:nvPr/>
            </p:nvSpPr>
            <p:spPr>
              <a:xfrm>
                <a:off x="8124137" y="3984727"/>
                <a:ext cx="612434" cy="338369"/>
              </a:xfrm>
              <a:prstGeom prst="rect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egoe UI"/>
                    <a:ea typeface="微软雅黑"/>
                    <a:cs typeface="+mn-cs"/>
                  </a:rPr>
                  <a:t>En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endParaRPr>
              </a:p>
            </p:txBody>
          </p: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CB0FF743-8BDA-4828-B15B-71BC17BB6648}"/>
                  </a:ext>
                </a:extLst>
              </p:cNvPr>
              <p:cNvCxnSpPr/>
              <p:nvPr/>
            </p:nvCxnSpPr>
            <p:spPr>
              <a:xfrm>
                <a:off x="7700551" y="4091671"/>
                <a:ext cx="33604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F752B6B4-361B-41FA-803C-F67CA82445EC}"/>
                  </a:ext>
                </a:extLst>
              </p:cNvPr>
              <p:cNvCxnSpPr/>
              <p:nvPr/>
            </p:nvCxnSpPr>
            <p:spPr>
              <a:xfrm>
                <a:off x="7700551" y="4228699"/>
                <a:ext cx="33604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6AB35517-8372-4DF6-ABFB-949D7FC537E1}"/>
                  </a:ext>
                </a:extLst>
              </p:cNvPr>
              <p:cNvCxnSpPr/>
              <p:nvPr/>
            </p:nvCxnSpPr>
            <p:spPr>
              <a:xfrm>
                <a:off x="8824112" y="4091671"/>
                <a:ext cx="33604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64FC43EC-6A89-4892-AC93-32D0B9994F71}"/>
                  </a:ext>
                </a:extLst>
              </p:cNvPr>
              <p:cNvCxnSpPr/>
              <p:nvPr/>
            </p:nvCxnSpPr>
            <p:spPr>
              <a:xfrm>
                <a:off x="8824112" y="4228699"/>
                <a:ext cx="33604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82C99064-E8DE-4DD1-AA6D-682514125DEE}"/>
                  </a:ext>
                </a:extLst>
              </p:cNvPr>
              <p:cNvCxnSpPr/>
              <p:nvPr/>
            </p:nvCxnSpPr>
            <p:spPr>
              <a:xfrm flipV="1">
                <a:off x="8262331" y="4401482"/>
                <a:ext cx="0" cy="19061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EBEEA218-454D-43A5-BAC6-FE57A7EDCF2C}"/>
                  </a:ext>
                </a:extLst>
              </p:cNvPr>
              <p:cNvSpPr txBox="1"/>
              <p:nvPr/>
            </p:nvSpPr>
            <p:spPr>
              <a:xfrm>
                <a:off x="7246641" y="3932410"/>
                <a:ext cx="51475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h</a:t>
                </a:r>
                <a:r>
                  <a:rPr lang="en-US" altLang="zh-CN" sz="1600" baseline="-25000" dirty="0"/>
                  <a:t>t-1</a:t>
                </a:r>
              </a:p>
              <a:p>
                <a:r>
                  <a:rPr lang="en-US" altLang="zh-CN" sz="1600" dirty="0"/>
                  <a:t>c</a:t>
                </a:r>
                <a:r>
                  <a:rPr lang="en-US" altLang="zh-CN" sz="1600" baseline="-25000" dirty="0"/>
                  <a:t>t-1</a:t>
                </a:r>
                <a:endParaRPr lang="zh-CN" altLang="en-US" sz="1600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961C5E14-6D9B-482B-AFA7-2ECEA40686D1}"/>
                  </a:ext>
                </a:extLst>
              </p:cNvPr>
              <p:cNvSpPr txBox="1"/>
              <p:nvPr/>
            </p:nvSpPr>
            <p:spPr>
              <a:xfrm>
                <a:off x="9244790" y="3934221"/>
                <a:ext cx="51475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 err="1"/>
                  <a:t>h</a:t>
                </a:r>
                <a:r>
                  <a:rPr lang="en-US" altLang="zh-CN" sz="1600" baseline="-25000" dirty="0" err="1"/>
                  <a:t>t</a:t>
                </a:r>
                <a:endParaRPr lang="en-US" altLang="zh-CN" sz="1600" baseline="-25000" dirty="0"/>
              </a:p>
              <a:p>
                <a:r>
                  <a:rPr lang="en-US" altLang="zh-CN" sz="1600" dirty="0" err="1"/>
                  <a:t>c</a:t>
                </a:r>
                <a:r>
                  <a:rPr lang="en-US" altLang="zh-CN" sz="1600" baseline="-25000" dirty="0" err="1"/>
                  <a:t>t</a:t>
                </a:r>
                <a:endParaRPr lang="zh-CN" altLang="en-US" sz="1600" dirty="0"/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3295138-BC55-4A02-BD75-D1D0344F8B62}"/>
                  </a:ext>
                </a:extLst>
              </p:cNvPr>
              <p:cNvSpPr txBox="1"/>
              <p:nvPr/>
            </p:nvSpPr>
            <p:spPr>
              <a:xfrm>
                <a:off x="8090906" y="4559297"/>
                <a:ext cx="51475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x</a:t>
                </a:r>
                <a:r>
                  <a:rPr lang="en-US" altLang="zh-CN" sz="1600" baseline="-25000" dirty="0"/>
                  <a:t>t-1</a:t>
                </a:r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9BF6C6B-E97B-45CE-935D-EE5AF5F3E5FB}"/>
                </a:ext>
              </a:extLst>
            </p:cNvPr>
            <p:cNvSpPr txBox="1"/>
            <p:nvPr/>
          </p:nvSpPr>
          <p:spPr>
            <a:xfrm>
              <a:off x="7559880" y="4865005"/>
              <a:ext cx="18610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err="1"/>
                <a:t>ConvLSTMCell</a:t>
              </a:r>
              <a:endParaRPr lang="zh-CN" altLang="en-US" sz="1400" dirty="0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372BC591-5C8B-4533-942E-46C1517730A9}"/>
              </a:ext>
            </a:extLst>
          </p:cNvPr>
          <p:cNvGrpSpPr/>
          <p:nvPr/>
        </p:nvGrpSpPr>
        <p:grpSpPr>
          <a:xfrm>
            <a:off x="7815038" y="4288873"/>
            <a:ext cx="3669518" cy="385635"/>
            <a:chOff x="7815038" y="4288873"/>
            <a:chExt cx="3669518" cy="385635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CEB02C5-26AD-4049-9A36-1C2F110021A9}"/>
                </a:ext>
              </a:extLst>
            </p:cNvPr>
            <p:cNvSpPr txBox="1"/>
            <p:nvPr/>
          </p:nvSpPr>
          <p:spPr>
            <a:xfrm>
              <a:off x="7815038" y="4366546"/>
              <a:ext cx="12174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err="1"/>
                <a:t>ConvCell</a:t>
              </a:r>
              <a:endParaRPr lang="zh-CN" altLang="en-US" sz="1400" dirty="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FA845609-E193-4BDE-87C8-F40F6551838D}"/>
                </a:ext>
              </a:extLst>
            </p:cNvPr>
            <p:cNvSpPr/>
            <p:nvPr/>
          </p:nvSpPr>
          <p:spPr>
            <a:xfrm>
              <a:off x="9784189" y="4335954"/>
              <a:ext cx="612434" cy="33836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E1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F9F1EC04-C088-4352-AAC9-26E84618D03C}"/>
                </a:ext>
              </a:extLst>
            </p:cNvPr>
            <p:cNvCxnSpPr/>
            <p:nvPr/>
          </p:nvCxnSpPr>
          <p:spPr>
            <a:xfrm>
              <a:off x="9348107" y="4498449"/>
              <a:ext cx="33604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C81A352F-F2EE-4912-AEC0-693BBF6E18E7}"/>
                </a:ext>
              </a:extLst>
            </p:cNvPr>
            <p:cNvSpPr txBox="1"/>
            <p:nvPr/>
          </p:nvSpPr>
          <p:spPr>
            <a:xfrm>
              <a:off x="8967675" y="4288873"/>
              <a:ext cx="336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/>
                <a:t>x</a:t>
              </a:r>
              <a:r>
                <a:rPr lang="en-US" altLang="zh-CN" sz="1600" baseline="-25000" dirty="0" err="1"/>
                <a:t>t</a:t>
              </a:r>
              <a:endParaRPr lang="en-US" altLang="zh-CN" sz="1600" baseline="-25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F1E161D-6870-427A-887C-750116AD3CF1}"/>
                </a:ext>
              </a:extLst>
            </p:cNvPr>
            <p:cNvSpPr txBox="1"/>
            <p:nvPr/>
          </p:nvSpPr>
          <p:spPr>
            <a:xfrm>
              <a:off x="10872121" y="4335954"/>
              <a:ext cx="6124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E</a:t>
              </a:r>
              <a:r>
                <a:rPr lang="en-US" altLang="zh-CN" sz="1600" baseline="-25000" dirty="0"/>
                <a:t>(</a:t>
              </a:r>
              <a:r>
                <a:rPr lang="en-US" altLang="zh-CN" sz="1600" dirty="0" err="1"/>
                <a:t>x</a:t>
              </a:r>
              <a:r>
                <a:rPr lang="en-US" altLang="zh-CN" sz="1600" baseline="-25000" dirty="0" err="1"/>
                <a:t>t</a:t>
              </a:r>
              <a:r>
                <a:rPr lang="en-US" altLang="zh-CN" sz="1600" baseline="-25000" dirty="0"/>
                <a:t>)</a:t>
              </a:r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597D45A5-AA11-44E5-B888-8482ABF98F4A}"/>
                </a:ext>
              </a:extLst>
            </p:cNvPr>
            <p:cNvCxnSpPr/>
            <p:nvPr/>
          </p:nvCxnSpPr>
          <p:spPr>
            <a:xfrm>
              <a:off x="10492140" y="4505046"/>
              <a:ext cx="33604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344E4BF8-5A93-4B6E-A9EE-DDFCB47CDA8F}"/>
              </a:ext>
            </a:extLst>
          </p:cNvPr>
          <p:cNvGrpSpPr/>
          <p:nvPr/>
        </p:nvGrpSpPr>
        <p:grpSpPr>
          <a:xfrm>
            <a:off x="2360044" y="1908315"/>
            <a:ext cx="5366733" cy="3041370"/>
            <a:chOff x="990319" y="1711449"/>
            <a:chExt cx="4210471" cy="169645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DC02DD3-0D53-4C61-B98D-609224A4777F}"/>
                </a:ext>
              </a:extLst>
            </p:cNvPr>
            <p:cNvSpPr/>
            <p:nvPr/>
          </p:nvSpPr>
          <p:spPr>
            <a:xfrm>
              <a:off x="1602753" y="2705125"/>
              <a:ext cx="612434" cy="241996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E3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B0D62B1-B213-4381-99BC-31D4DBAC0F4D}"/>
                </a:ext>
              </a:extLst>
            </p:cNvPr>
            <p:cNvSpPr/>
            <p:nvPr/>
          </p:nvSpPr>
          <p:spPr>
            <a:xfrm>
              <a:off x="1908970" y="3178304"/>
              <a:ext cx="612434" cy="229595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E4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B87CA0C-38E0-46B6-89EF-68C5926078F3}"/>
                </a:ext>
              </a:extLst>
            </p:cNvPr>
            <p:cNvSpPr/>
            <p:nvPr/>
          </p:nvSpPr>
          <p:spPr>
            <a:xfrm>
              <a:off x="990319" y="1771165"/>
              <a:ext cx="612434" cy="24199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E1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5B7696B-8D3D-4C83-B88C-52A02C191665}"/>
                </a:ext>
              </a:extLst>
            </p:cNvPr>
            <p:cNvSpPr/>
            <p:nvPr/>
          </p:nvSpPr>
          <p:spPr>
            <a:xfrm>
              <a:off x="1296536" y="2244346"/>
              <a:ext cx="612434" cy="229596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dirty="0">
                  <a:solidFill>
                    <a:schemeClr val="tx1"/>
                  </a:solidFill>
                  <a:latin typeface="Segoe UI"/>
                  <a:ea typeface="微软雅黑"/>
                </a:rPr>
                <a:t>E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2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5293CE3-67D3-4750-AFE8-D67C3D205BA0}"/>
                </a:ext>
              </a:extLst>
            </p:cNvPr>
            <p:cNvSpPr/>
            <p:nvPr/>
          </p:nvSpPr>
          <p:spPr>
            <a:xfrm>
              <a:off x="3975922" y="2685220"/>
              <a:ext cx="612434" cy="241996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D2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E7258DA-EEA4-4A29-8C08-D1114DDC6898}"/>
                </a:ext>
              </a:extLst>
            </p:cNvPr>
            <p:cNvSpPr/>
            <p:nvPr/>
          </p:nvSpPr>
          <p:spPr>
            <a:xfrm>
              <a:off x="3669705" y="3178304"/>
              <a:ext cx="612434" cy="229595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D1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4121AC7-BED5-46DF-902B-B7952609D6CC}"/>
                </a:ext>
              </a:extLst>
            </p:cNvPr>
            <p:cNvSpPr/>
            <p:nvPr/>
          </p:nvSpPr>
          <p:spPr>
            <a:xfrm>
              <a:off x="4588356" y="1711449"/>
              <a:ext cx="612434" cy="24199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D4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95D47C9-D890-431E-A1BC-60ECC3D09DA3}"/>
                </a:ext>
              </a:extLst>
            </p:cNvPr>
            <p:cNvSpPr/>
            <p:nvPr/>
          </p:nvSpPr>
          <p:spPr>
            <a:xfrm>
              <a:off x="4282139" y="2204535"/>
              <a:ext cx="612434" cy="229596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D3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3" name="箭头: 下 12">
              <a:extLst>
                <a:ext uri="{FF2B5EF4-FFF2-40B4-BE49-F238E27FC236}">
                  <a16:creationId xmlns:a16="http://schemas.microsoft.com/office/drawing/2014/main" id="{EA7BF93A-5D93-407D-AFB9-748A99866CCA}"/>
                </a:ext>
              </a:extLst>
            </p:cNvPr>
            <p:cNvSpPr/>
            <p:nvPr/>
          </p:nvSpPr>
          <p:spPr>
            <a:xfrm>
              <a:off x="1716052" y="1892164"/>
              <a:ext cx="107177" cy="2579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4" name="箭头: 下 13">
              <a:extLst>
                <a:ext uri="{FF2B5EF4-FFF2-40B4-BE49-F238E27FC236}">
                  <a16:creationId xmlns:a16="http://schemas.microsoft.com/office/drawing/2014/main" id="{4528DE39-923A-4D0E-A382-EE3451E074C4}"/>
                </a:ext>
              </a:extLst>
            </p:cNvPr>
            <p:cNvSpPr/>
            <p:nvPr/>
          </p:nvSpPr>
          <p:spPr>
            <a:xfrm>
              <a:off x="1997772" y="2367561"/>
              <a:ext cx="107177" cy="2579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5" name="箭头: 下 14">
              <a:extLst>
                <a:ext uri="{FF2B5EF4-FFF2-40B4-BE49-F238E27FC236}">
                  <a16:creationId xmlns:a16="http://schemas.microsoft.com/office/drawing/2014/main" id="{A58E0120-28D2-44A0-A1FE-0E075FA00FBA}"/>
                </a:ext>
              </a:extLst>
            </p:cNvPr>
            <p:cNvSpPr/>
            <p:nvPr/>
          </p:nvSpPr>
          <p:spPr>
            <a:xfrm>
              <a:off x="2294801" y="2826123"/>
              <a:ext cx="107177" cy="2579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6" name="箭头: 下 15">
              <a:extLst>
                <a:ext uri="{FF2B5EF4-FFF2-40B4-BE49-F238E27FC236}">
                  <a16:creationId xmlns:a16="http://schemas.microsoft.com/office/drawing/2014/main" id="{AD13D963-638D-461D-87E5-188B4ADDDE1B}"/>
                </a:ext>
              </a:extLst>
            </p:cNvPr>
            <p:cNvSpPr/>
            <p:nvPr/>
          </p:nvSpPr>
          <p:spPr>
            <a:xfrm rot="10800000">
              <a:off x="3735542" y="2804690"/>
              <a:ext cx="107177" cy="2579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7" name="箭头: 下 16">
              <a:extLst>
                <a:ext uri="{FF2B5EF4-FFF2-40B4-BE49-F238E27FC236}">
                  <a16:creationId xmlns:a16="http://schemas.microsoft.com/office/drawing/2014/main" id="{FDFA03EB-8EF6-4941-9558-430731608317}"/>
                </a:ext>
              </a:extLst>
            </p:cNvPr>
            <p:cNvSpPr/>
            <p:nvPr/>
          </p:nvSpPr>
          <p:spPr>
            <a:xfrm rot="10800000">
              <a:off x="4367879" y="1831691"/>
              <a:ext cx="107177" cy="2579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8" name="箭头: 下 17">
              <a:extLst>
                <a:ext uri="{FF2B5EF4-FFF2-40B4-BE49-F238E27FC236}">
                  <a16:creationId xmlns:a16="http://schemas.microsoft.com/office/drawing/2014/main" id="{A73D7AAA-02E0-4EA1-87E3-1D533137B25C}"/>
                </a:ext>
              </a:extLst>
            </p:cNvPr>
            <p:cNvSpPr/>
            <p:nvPr/>
          </p:nvSpPr>
          <p:spPr>
            <a:xfrm rot="10800000">
              <a:off x="4084628" y="2317805"/>
              <a:ext cx="107177" cy="25798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9" name="箭头: 下 18">
              <a:extLst>
                <a:ext uri="{FF2B5EF4-FFF2-40B4-BE49-F238E27FC236}">
                  <a16:creationId xmlns:a16="http://schemas.microsoft.com/office/drawing/2014/main" id="{DFB1A90D-D67D-4285-B672-B22EFA2D711A}"/>
                </a:ext>
              </a:extLst>
            </p:cNvPr>
            <p:cNvSpPr/>
            <p:nvPr/>
          </p:nvSpPr>
          <p:spPr>
            <a:xfrm rot="16200000">
              <a:off x="3029340" y="2312791"/>
              <a:ext cx="125547" cy="1067158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箭头: 下 19">
              <a:extLst>
                <a:ext uri="{FF2B5EF4-FFF2-40B4-BE49-F238E27FC236}">
                  <a16:creationId xmlns:a16="http://schemas.microsoft.com/office/drawing/2014/main" id="{9A487973-CC4C-4274-B050-A973C695A3CB}"/>
                </a:ext>
              </a:extLst>
            </p:cNvPr>
            <p:cNvSpPr/>
            <p:nvPr/>
          </p:nvSpPr>
          <p:spPr>
            <a:xfrm rot="16200000">
              <a:off x="3053556" y="1579630"/>
              <a:ext cx="125320" cy="1729206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6" name="箭头: 下 45">
              <a:extLst>
                <a:ext uri="{FF2B5EF4-FFF2-40B4-BE49-F238E27FC236}">
                  <a16:creationId xmlns:a16="http://schemas.microsoft.com/office/drawing/2014/main" id="{F5AF7949-8935-4CA5-8103-85820D4E100D}"/>
                </a:ext>
              </a:extLst>
            </p:cNvPr>
            <p:cNvSpPr/>
            <p:nvPr/>
          </p:nvSpPr>
          <p:spPr>
            <a:xfrm rot="16200000">
              <a:off x="3030266" y="2977849"/>
              <a:ext cx="125550" cy="691802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A4E3C09A-5C91-4285-B0CE-21F90CEFD12C}"/>
              </a:ext>
            </a:extLst>
          </p:cNvPr>
          <p:cNvSpPr txBox="1"/>
          <p:nvPr/>
        </p:nvSpPr>
        <p:spPr>
          <a:xfrm rot="3600000">
            <a:off x="1682274" y="3429000"/>
            <a:ext cx="104942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Up Path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E1CBE69-F9E4-44A9-A457-F096554A3D2B}"/>
              </a:ext>
            </a:extLst>
          </p:cNvPr>
          <p:cNvSpPr txBox="1"/>
          <p:nvPr/>
        </p:nvSpPr>
        <p:spPr>
          <a:xfrm rot="-3600000">
            <a:off x="7353167" y="3365270"/>
            <a:ext cx="130070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Down Path</a:t>
            </a:r>
            <a:endParaRPr lang="zh-CN" altLang="en-US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6941D9F-53B5-45B9-811C-0DB84F2EE4C3}"/>
              </a:ext>
            </a:extLst>
          </p:cNvPr>
          <p:cNvSpPr/>
          <p:nvPr/>
        </p:nvSpPr>
        <p:spPr>
          <a:xfrm>
            <a:off x="8925914" y="1905636"/>
            <a:ext cx="336046" cy="336046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1849EA3-1D8C-42F7-8FF3-E180BAB6E58F}"/>
              </a:ext>
            </a:extLst>
          </p:cNvPr>
          <p:cNvSpPr/>
          <p:nvPr/>
        </p:nvSpPr>
        <p:spPr>
          <a:xfrm>
            <a:off x="8986892" y="1969637"/>
            <a:ext cx="336046" cy="336046"/>
          </a:xfrm>
          <a:prstGeom prst="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7EAB6D1-98FD-4433-B7B1-EEB1C55E77C1}"/>
              </a:ext>
            </a:extLst>
          </p:cNvPr>
          <p:cNvSpPr/>
          <p:nvPr/>
        </p:nvSpPr>
        <p:spPr>
          <a:xfrm>
            <a:off x="9066163" y="2058242"/>
            <a:ext cx="336046" cy="33604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0771EE7-624A-4F58-B76F-AC15F7B5641B}"/>
              </a:ext>
            </a:extLst>
          </p:cNvPr>
          <p:cNvSpPr txBox="1"/>
          <p:nvPr/>
        </p:nvSpPr>
        <p:spPr>
          <a:xfrm>
            <a:off x="8061861" y="1939217"/>
            <a:ext cx="923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Output</a:t>
            </a:r>
            <a:endParaRPr lang="zh-CN" altLang="en-US" sz="14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27CED22-4130-48B9-A7EE-1AA3CB6AC5D9}"/>
              </a:ext>
            </a:extLst>
          </p:cNvPr>
          <p:cNvSpPr txBox="1"/>
          <p:nvPr/>
        </p:nvSpPr>
        <p:spPr>
          <a:xfrm>
            <a:off x="550863" y="2467112"/>
            <a:ext cx="1835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Image Sequences</a:t>
            </a:r>
            <a:endParaRPr lang="zh-CN" altLang="en-US" sz="14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5EA7E3B-CA8C-47D6-A499-849F8A314299}"/>
              </a:ext>
            </a:extLst>
          </p:cNvPr>
          <p:cNvSpPr txBox="1"/>
          <p:nvPr/>
        </p:nvSpPr>
        <p:spPr>
          <a:xfrm>
            <a:off x="8148556" y="2432504"/>
            <a:ext cx="1835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DVF Sequences</a:t>
            </a:r>
            <a:endParaRPr lang="zh-CN" altLang="en-US" sz="14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23E8E7B-6B23-420D-9BF2-DFB43A1CCF18}"/>
              </a:ext>
            </a:extLst>
          </p:cNvPr>
          <p:cNvSpPr txBox="1"/>
          <p:nvPr/>
        </p:nvSpPr>
        <p:spPr>
          <a:xfrm>
            <a:off x="2629271" y="5450956"/>
            <a:ext cx="5247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U-LSTM 4DCT</a:t>
            </a:r>
            <a:r>
              <a:rPr lang="zh-CN" altLang="en-US" sz="2400" dirty="0"/>
              <a:t>医学影像配准网络架构</a:t>
            </a:r>
          </a:p>
        </p:txBody>
      </p:sp>
    </p:spTree>
    <p:extLst>
      <p:ext uri="{BB962C8B-B14F-4D97-AF65-F5344CB8AC3E}">
        <p14:creationId xmlns:p14="http://schemas.microsoft.com/office/powerpoint/2010/main" val="126901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C982CB3-A092-4D19-8EEC-5F89425BB6AB}"/>
              </a:ext>
            </a:extLst>
          </p:cNvPr>
          <p:cNvGrpSpPr/>
          <p:nvPr/>
        </p:nvGrpSpPr>
        <p:grpSpPr>
          <a:xfrm>
            <a:off x="784627" y="1858335"/>
            <a:ext cx="9938000" cy="3715196"/>
            <a:chOff x="354859" y="2648607"/>
            <a:chExt cx="9938000" cy="371519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9F6C01-A8E5-4182-B45D-0E51C229B597}"/>
                </a:ext>
              </a:extLst>
            </p:cNvPr>
            <p:cNvSpPr/>
            <p:nvPr/>
          </p:nvSpPr>
          <p:spPr>
            <a:xfrm>
              <a:off x="1899141" y="2648607"/>
              <a:ext cx="7439585" cy="2869324"/>
            </a:xfrm>
            <a:prstGeom prst="round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7027E79C-0C7D-4F06-9D00-EB93F1EA9526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621575" y="5018578"/>
              <a:ext cx="1530373" cy="23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81BFBDC5-4728-40E7-B07C-AAB709BD89DF}"/>
                </a:ext>
              </a:extLst>
            </p:cNvPr>
            <p:cNvCxnSpPr>
              <a:cxnSpLocks/>
            </p:cNvCxnSpPr>
            <p:nvPr/>
          </p:nvCxnSpPr>
          <p:spPr>
            <a:xfrm>
              <a:off x="621575" y="3225801"/>
              <a:ext cx="3696114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E2AD93B1-164A-4C49-BF90-F05EE930C184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2501418" y="5370376"/>
              <a:ext cx="0" cy="85262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57CEB119-2057-4543-A4F2-BE5AE0F16DEE}"/>
                    </a:ext>
                  </a:extLst>
                </p:cNvPr>
                <p:cNvSpPr txBox="1"/>
                <p:nvPr/>
              </p:nvSpPr>
              <p:spPr>
                <a:xfrm>
                  <a:off x="373507" y="2811939"/>
                  <a:ext cx="532775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altLang="zh-CN" sz="1600" b="0" dirty="0"/>
                </a:p>
                <a:p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57CEB119-2057-4543-A4F2-BE5AE0F16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507" y="2811939"/>
                  <a:ext cx="532775" cy="4924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343CEF0F-9D2E-4B00-BBD6-91725D23A79F}"/>
                    </a:ext>
                  </a:extLst>
                </p:cNvPr>
                <p:cNvSpPr txBox="1"/>
                <p:nvPr/>
              </p:nvSpPr>
              <p:spPr>
                <a:xfrm>
                  <a:off x="1662141" y="5809805"/>
                  <a:ext cx="598497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  <a:p>
                  <a:endParaRPr lang="zh-CN" altLang="en-US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343CEF0F-9D2E-4B00-BBD6-91725D23A7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2141" y="5809805"/>
                  <a:ext cx="598497" cy="55399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589FE0B-5B0B-4266-9EA9-6F155A373242}"/>
                    </a:ext>
                  </a:extLst>
                </p:cNvPr>
                <p:cNvSpPr txBox="1"/>
                <p:nvPr/>
              </p:nvSpPr>
              <p:spPr>
                <a:xfrm>
                  <a:off x="354859" y="4321347"/>
                  <a:ext cx="524824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altLang="zh-CN" sz="1600" b="0" dirty="0"/>
                </a:p>
                <a:p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589FE0B-5B0B-4266-9EA9-6F155A373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859" y="4321347"/>
                  <a:ext cx="524824" cy="492443"/>
                </a:xfrm>
                <a:prstGeom prst="rect">
                  <a:avLst/>
                </a:prstGeom>
                <a:blipFill>
                  <a:blip r:embed="rId4"/>
                  <a:stretch>
                    <a:fillRect l="-11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FB5D07CD-6AE6-4B36-B07C-55221BB48A68}"/>
                    </a:ext>
                  </a:extLst>
                </p:cNvPr>
                <p:cNvSpPr txBox="1"/>
                <p:nvPr/>
              </p:nvSpPr>
              <p:spPr>
                <a:xfrm>
                  <a:off x="9853825" y="2811940"/>
                  <a:ext cx="357214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altLang="zh-CN" sz="1600" b="0" dirty="0"/>
                </a:p>
                <a:p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FB5D07CD-6AE6-4B36-B07C-55221BB48A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3825" y="2811940"/>
                  <a:ext cx="357214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D69BA8C-ED64-4273-BA7D-632EB807FD65}"/>
                    </a:ext>
                  </a:extLst>
                </p:cNvPr>
                <p:cNvSpPr txBox="1"/>
                <p:nvPr/>
              </p:nvSpPr>
              <p:spPr>
                <a:xfrm>
                  <a:off x="9738234" y="4367048"/>
                  <a:ext cx="374974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altLang="zh-CN" sz="1600" b="0" dirty="0"/>
                </a:p>
                <a:p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D69BA8C-ED64-4273-BA7D-632EB807F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8234" y="4367048"/>
                  <a:ext cx="374974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ABEE07A-C098-445C-A089-9B14784589E6}"/>
                </a:ext>
              </a:extLst>
            </p:cNvPr>
            <p:cNvSpPr/>
            <p:nvPr/>
          </p:nvSpPr>
          <p:spPr>
            <a:xfrm>
              <a:off x="2151948" y="4671436"/>
              <a:ext cx="698940" cy="69894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cat</a:t>
              </a:r>
              <a:endParaRPr lang="zh-CN" altLang="en-US" sz="1600" dirty="0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31BEF346-EBE6-4E03-9A7F-A8865ECD35AF}"/>
                </a:ext>
              </a:extLst>
            </p:cNvPr>
            <p:cNvSpPr/>
            <p:nvPr/>
          </p:nvSpPr>
          <p:spPr>
            <a:xfrm>
              <a:off x="3938058" y="4358661"/>
              <a:ext cx="1066801" cy="314235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sigmoid</a:t>
              </a:r>
              <a:endParaRPr lang="zh-CN" altLang="en-US" sz="1600" dirty="0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11A1E331-2817-46D7-A6E7-DBA510CB7944}"/>
                </a:ext>
              </a:extLst>
            </p:cNvPr>
            <p:cNvSpPr/>
            <p:nvPr/>
          </p:nvSpPr>
          <p:spPr>
            <a:xfrm>
              <a:off x="5114571" y="4358536"/>
              <a:ext cx="1066801" cy="314235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sigmoid</a:t>
              </a:r>
              <a:endParaRPr lang="zh-CN" altLang="en-US" sz="1600" dirty="0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15F1AD5C-F3A9-40F9-BF02-BD7BD02AB4A8}"/>
                </a:ext>
              </a:extLst>
            </p:cNvPr>
            <p:cNvSpPr/>
            <p:nvPr/>
          </p:nvSpPr>
          <p:spPr>
            <a:xfrm>
              <a:off x="6334403" y="4358536"/>
              <a:ext cx="1066801" cy="314235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tanh</a:t>
              </a:r>
              <a:endParaRPr lang="zh-CN" altLang="en-US" sz="1600" dirty="0"/>
            </a:p>
          </p:txBody>
        </p:sp>
        <p:cxnSp>
          <p:nvCxnSpPr>
            <p:cNvPr id="21" name="连接符: 肘形 20">
              <a:extLst>
                <a:ext uri="{FF2B5EF4-FFF2-40B4-BE49-F238E27FC236}">
                  <a16:creationId xmlns:a16="http://schemas.microsoft.com/office/drawing/2014/main" id="{D9AE6A8A-65DB-4ACB-B233-E36BC931BCE0}"/>
                </a:ext>
              </a:extLst>
            </p:cNvPr>
            <p:cNvCxnSpPr>
              <a:cxnSpLocks/>
              <a:stCxn id="29" idx="3"/>
              <a:endCxn id="37" idx="2"/>
            </p:cNvCxnSpPr>
            <p:nvPr/>
          </p:nvCxnSpPr>
          <p:spPr>
            <a:xfrm flipV="1">
              <a:off x="3743881" y="4672771"/>
              <a:ext cx="4294220" cy="361775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F25C202F-5548-4B07-BF3B-36024FEC7BC4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 flipH="1" flipV="1">
              <a:off x="5647972" y="4672771"/>
              <a:ext cx="7199" cy="3458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281A6CFF-8945-4FB1-BADA-80D046493C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1459" y="4664429"/>
              <a:ext cx="0" cy="390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143E2E4D-2203-4E16-850E-8102CCACC458}"/>
                </a:ext>
              </a:extLst>
            </p:cNvPr>
            <p:cNvSpPr/>
            <p:nvPr/>
          </p:nvSpPr>
          <p:spPr>
            <a:xfrm>
              <a:off x="4317689" y="3076618"/>
              <a:ext cx="307537" cy="30753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X</a:t>
              </a:r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AE37BF6-5992-4376-BADC-73B7C4A75D71}"/>
                    </a:ext>
                  </a:extLst>
                </p:cNvPr>
                <p:cNvSpPr txBox="1"/>
                <p:nvPr/>
              </p:nvSpPr>
              <p:spPr>
                <a:xfrm>
                  <a:off x="6699390" y="4008107"/>
                  <a:ext cx="18947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AE37BF6-5992-4376-BADC-73B7C4A75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9390" y="4008107"/>
                  <a:ext cx="189475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21875" r="-15625" b="-195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E1F4D1B-DD1E-4ED5-9278-C46F7C7A9851}"/>
                    </a:ext>
                  </a:extLst>
                </p:cNvPr>
                <p:cNvSpPr txBox="1"/>
                <p:nvPr/>
              </p:nvSpPr>
              <p:spPr>
                <a:xfrm>
                  <a:off x="4433426" y="4001758"/>
                  <a:ext cx="17915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E1F4D1B-DD1E-4ED5-9278-C46F7C7A9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3426" y="4001758"/>
                  <a:ext cx="179152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37931" t="-2439" r="-31034" b="-2926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C46E0CA-CFDA-4A42-8654-0CFF974BD8C0}"/>
                    </a:ext>
                  </a:extLst>
                </p:cNvPr>
                <p:cNvSpPr txBox="1"/>
                <p:nvPr/>
              </p:nvSpPr>
              <p:spPr>
                <a:xfrm>
                  <a:off x="5602586" y="4001372"/>
                  <a:ext cx="13317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C46E0CA-CFDA-4A42-8654-0CFF974BD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2586" y="4001372"/>
                  <a:ext cx="133177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33333" r="-23810" b="-24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72226830-5FF5-467D-825C-CE791072EB6D}"/>
                </a:ext>
              </a:extLst>
            </p:cNvPr>
            <p:cNvSpPr/>
            <p:nvPr/>
          </p:nvSpPr>
          <p:spPr>
            <a:xfrm>
              <a:off x="6060485" y="3071794"/>
              <a:ext cx="307537" cy="30753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+</a:t>
              </a:r>
              <a:endParaRPr lang="zh-CN" altLang="en-US" sz="1600" dirty="0"/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2E353DF3-A586-49EE-8622-1C1E6DFF8F27}"/>
                </a:ext>
              </a:extLst>
            </p:cNvPr>
            <p:cNvSpPr/>
            <p:nvPr/>
          </p:nvSpPr>
          <p:spPr>
            <a:xfrm>
              <a:off x="3044941" y="4685076"/>
              <a:ext cx="698940" cy="69894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conv</a:t>
              </a:r>
              <a:endParaRPr lang="zh-CN" altLang="en-US" sz="1600" dirty="0"/>
            </a:p>
          </p:txBody>
        </p: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BC6ECC43-F4E7-488D-9E6F-EAEA8189314B}"/>
                </a:ext>
              </a:extLst>
            </p:cNvPr>
            <p:cNvCxnSpPr>
              <a:cxnSpLocks/>
              <a:endCxn id="24" idx="4"/>
            </p:cNvCxnSpPr>
            <p:nvPr/>
          </p:nvCxnSpPr>
          <p:spPr>
            <a:xfrm flipV="1">
              <a:off x="4471458" y="3384155"/>
              <a:ext cx="0" cy="5057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72E7E523-6E5F-4B8B-81C5-C5D2C0537260}"/>
                </a:ext>
              </a:extLst>
            </p:cNvPr>
            <p:cNvSpPr/>
            <p:nvPr/>
          </p:nvSpPr>
          <p:spPr>
            <a:xfrm>
              <a:off x="6060485" y="3663110"/>
              <a:ext cx="307537" cy="30753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X</a:t>
              </a:r>
              <a:endParaRPr lang="zh-CN" altLang="en-US" sz="1600" dirty="0"/>
            </a:p>
          </p:txBody>
        </p:sp>
        <p:cxnSp>
          <p:nvCxnSpPr>
            <p:cNvPr id="32" name="连接符: 肘形 31">
              <a:extLst>
                <a:ext uri="{FF2B5EF4-FFF2-40B4-BE49-F238E27FC236}">
                  <a16:creationId xmlns:a16="http://schemas.microsoft.com/office/drawing/2014/main" id="{3708BBA5-3139-4D43-A288-2097A134660B}"/>
                </a:ext>
              </a:extLst>
            </p:cNvPr>
            <p:cNvCxnSpPr>
              <a:cxnSpLocks/>
              <a:stCxn id="27" idx="0"/>
              <a:endCxn id="31" idx="2"/>
            </p:cNvCxnSpPr>
            <p:nvPr/>
          </p:nvCxnSpPr>
          <p:spPr>
            <a:xfrm rot="5400000" flipH="1" flipV="1">
              <a:off x="5772584" y="3713471"/>
              <a:ext cx="184493" cy="391310"/>
            </a:xfrm>
            <a:prstGeom prst="bentConnector2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符: 肘形 32">
              <a:extLst>
                <a:ext uri="{FF2B5EF4-FFF2-40B4-BE49-F238E27FC236}">
                  <a16:creationId xmlns:a16="http://schemas.microsoft.com/office/drawing/2014/main" id="{883E68FA-C032-4B8D-AD00-DBB5ED1CA8A1}"/>
                </a:ext>
              </a:extLst>
            </p:cNvPr>
            <p:cNvCxnSpPr>
              <a:cxnSpLocks/>
              <a:stCxn id="25" idx="0"/>
              <a:endCxn id="31" idx="6"/>
            </p:cNvCxnSpPr>
            <p:nvPr/>
          </p:nvCxnSpPr>
          <p:spPr>
            <a:xfrm rot="16200000" flipV="1">
              <a:off x="6485461" y="3699440"/>
              <a:ext cx="191228" cy="426106"/>
            </a:xfrm>
            <a:prstGeom prst="bentConnector2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EE4411E7-3EEA-42BE-9CBB-547FE2351315}"/>
                </a:ext>
              </a:extLst>
            </p:cNvPr>
            <p:cNvCxnSpPr>
              <a:cxnSpLocks/>
              <a:stCxn id="31" idx="0"/>
              <a:endCxn id="28" idx="4"/>
            </p:cNvCxnSpPr>
            <p:nvPr/>
          </p:nvCxnSpPr>
          <p:spPr>
            <a:xfrm flipV="1">
              <a:off x="6214254" y="3379331"/>
              <a:ext cx="0" cy="28377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096FD74D-892D-4421-A1B8-7D57B6144C45}"/>
                </a:ext>
              </a:extLst>
            </p:cNvPr>
            <p:cNvCxnSpPr>
              <a:cxnSpLocks/>
              <a:stCxn id="24" idx="6"/>
              <a:endCxn id="28" idx="2"/>
            </p:cNvCxnSpPr>
            <p:nvPr/>
          </p:nvCxnSpPr>
          <p:spPr>
            <a:xfrm flipV="1">
              <a:off x="4625226" y="3225563"/>
              <a:ext cx="1435259" cy="48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1BCFC4CA-560F-475B-BD22-7C2C114296BA}"/>
                </a:ext>
              </a:extLst>
            </p:cNvPr>
            <p:cNvCxnSpPr>
              <a:cxnSpLocks/>
              <a:stCxn id="28" idx="6"/>
            </p:cNvCxnSpPr>
            <p:nvPr/>
          </p:nvCxnSpPr>
          <p:spPr>
            <a:xfrm>
              <a:off x="6368022" y="3225563"/>
              <a:ext cx="3924837" cy="1496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46EEC85D-927D-4B4A-A6DE-27237644D5E5}"/>
                </a:ext>
              </a:extLst>
            </p:cNvPr>
            <p:cNvSpPr/>
            <p:nvPr/>
          </p:nvSpPr>
          <p:spPr>
            <a:xfrm>
              <a:off x="7504700" y="4358536"/>
              <a:ext cx="1066801" cy="314235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sigmoid</a:t>
              </a:r>
              <a:endParaRPr lang="zh-CN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5D4AC242-1609-47E0-A90C-4FE5D330FF6C}"/>
                    </a:ext>
                  </a:extLst>
                </p:cNvPr>
                <p:cNvSpPr txBox="1"/>
                <p:nvPr/>
              </p:nvSpPr>
              <p:spPr>
                <a:xfrm>
                  <a:off x="7939387" y="4001759"/>
                  <a:ext cx="17440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5D4AC242-1609-47E0-A90C-4FE5D330FF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9387" y="4001759"/>
                  <a:ext cx="174407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13793" r="-68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ABF79327-4250-4CCB-A8B5-510C5ADF93F4}"/>
                </a:ext>
              </a:extLst>
            </p:cNvPr>
            <p:cNvSpPr/>
            <p:nvPr/>
          </p:nvSpPr>
          <p:spPr>
            <a:xfrm>
              <a:off x="7508600" y="3573448"/>
              <a:ext cx="1066801" cy="314235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tanh</a:t>
              </a:r>
              <a:endParaRPr lang="zh-CN" altLang="en-US" sz="1600" dirty="0"/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36804F6D-3381-4E8C-906D-32E636978893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8038101" y="3235388"/>
              <a:ext cx="3900" cy="33806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B4559A8-FEDE-4909-A305-3549C8951F38}"/>
                </a:ext>
              </a:extLst>
            </p:cNvPr>
            <p:cNvSpPr/>
            <p:nvPr/>
          </p:nvSpPr>
          <p:spPr>
            <a:xfrm>
              <a:off x="8811479" y="3970647"/>
              <a:ext cx="307537" cy="30753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X</a:t>
              </a:r>
              <a:endParaRPr lang="zh-CN" altLang="en-US" sz="1600" dirty="0"/>
            </a:p>
          </p:txBody>
        </p:sp>
        <p:cxnSp>
          <p:nvCxnSpPr>
            <p:cNvPr id="42" name="连接符: 肘形 41">
              <a:extLst>
                <a:ext uri="{FF2B5EF4-FFF2-40B4-BE49-F238E27FC236}">
                  <a16:creationId xmlns:a16="http://schemas.microsoft.com/office/drawing/2014/main" id="{730479F4-8D9C-4808-A325-8FF66F7A5DF7}"/>
                </a:ext>
              </a:extLst>
            </p:cNvPr>
            <p:cNvCxnSpPr>
              <a:cxnSpLocks/>
              <a:stCxn id="39" idx="3"/>
              <a:endCxn id="41" idx="0"/>
            </p:cNvCxnSpPr>
            <p:nvPr/>
          </p:nvCxnSpPr>
          <p:spPr>
            <a:xfrm>
              <a:off x="8575401" y="3730566"/>
              <a:ext cx="389847" cy="240081"/>
            </a:xfrm>
            <a:prstGeom prst="bentConnector2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7CE8060C-0BA3-4282-BF5E-FA0FA3AFD506}"/>
                </a:ext>
              </a:extLst>
            </p:cNvPr>
            <p:cNvCxnSpPr>
              <a:stCxn id="38" idx="3"/>
              <a:endCxn id="41" idx="2"/>
            </p:cNvCxnSpPr>
            <p:nvPr/>
          </p:nvCxnSpPr>
          <p:spPr>
            <a:xfrm flipV="1">
              <a:off x="8113794" y="4124416"/>
              <a:ext cx="697685" cy="45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连接符: 肘形 43">
              <a:extLst>
                <a:ext uri="{FF2B5EF4-FFF2-40B4-BE49-F238E27FC236}">
                  <a16:creationId xmlns:a16="http://schemas.microsoft.com/office/drawing/2014/main" id="{47D82ADA-CA66-4F84-A10C-923BFC0708F8}"/>
                </a:ext>
              </a:extLst>
            </p:cNvPr>
            <p:cNvCxnSpPr>
              <a:cxnSpLocks/>
            </p:cNvCxnSpPr>
            <p:nvPr/>
          </p:nvCxnSpPr>
          <p:spPr>
            <a:xfrm>
              <a:off x="8965247" y="4278184"/>
              <a:ext cx="888578" cy="742722"/>
            </a:xfrm>
            <a:prstGeom prst="bentConnector3">
              <a:avLst>
                <a:gd name="adj1" fmla="val -500"/>
              </a:avLst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0397F2A6-3028-4076-8D93-EE2D5E3CCD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8865" y="4658012"/>
              <a:ext cx="0" cy="390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E89F9E0A-42D3-4173-99ED-324B3BBC2329}"/>
                </a:ext>
              </a:extLst>
            </p:cNvPr>
            <p:cNvCxnSpPr>
              <a:cxnSpLocks/>
              <a:stCxn id="17" idx="3"/>
              <a:endCxn id="29" idx="1"/>
            </p:cNvCxnSpPr>
            <p:nvPr/>
          </p:nvCxnSpPr>
          <p:spPr>
            <a:xfrm>
              <a:off x="2850888" y="5020906"/>
              <a:ext cx="194053" cy="13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标题 46">
            <a:extLst>
              <a:ext uri="{FF2B5EF4-FFF2-40B4-BE49-F238E27FC236}">
                <a16:creationId xmlns:a16="http://schemas.microsoft.com/office/drawing/2014/main" id="{312173DD-8E05-4767-874A-D59BDBFAB3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ConvLSTMCell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EF45F2E-E3F6-4D33-8763-9E67F6AF5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AEFD-82BF-4BD3-A80E-33B07F9C30A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74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文字PPT">
      <a:majorFont>
        <a:latin typeface="Arial"/>
        <a:ea typeface="汉仪江南楷宋 W"/>
        <a:cs typeface=""/>
      </a:majorFont>
      <a:minorFont>
        <a:latin typeface="Arial"/>
        <a:ea typeface="汉仪月光舞 W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3176</TotalTime>
  <Words>62</Words>
  <Application>Microsoft Office PowerPoint</Application>
  <PresentationFormat>宽屏</PresentationFormat>
  <Paragraphs>49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汉仪江南楷宋 W</vt:lpstr>
      <vt:lpstr>汉仪月光舞 W</vt:lpstr>
      <vt:lpstr>微软雅黑</vt:lpstr>
      <vt:lpstr>Arial</vt:lpstr>
      <vt:lpstr>Cambria Math</vt:lpstr>
      <vt:lpstr>Segoe UI</vt:lpstr>
      <vt:lpstr>Office 主题​​</vt:lpstr>
      <vt:lpstr>PowerPoint 演示文稿</vt:lpstr>
      <vt:lpstr>ConvLSTMCell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374</cp:revision>
  <dcterms:created xsi:type="dcterms:W3CDTF">2021-12-14T09:23:06Z</dcterms:created>
  <dcterms:modified xsi:type="dcterms:W3CDTF">2022-02-21T02:47:32Z</dcterms:modified>
</cp:coreProperties>
</file>